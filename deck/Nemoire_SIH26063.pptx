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DCE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l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 SIH26063</a:t>
            </a:r>
          </a:p>
          <a:p>
            <a:pPr marL="285750" indent="-285750" algn="l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 Integrated Polar Science Outreach, Knowledge Repository and Media Dissemination Portal</a:t>
            </a:r>
          </a:p>
          <a:p>
            <a:pPr marL="285750" indent="-285750" algn="l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 Smart Education</a:t>
            </a:r>
          </a:p>
          <a:p>
            <a:pPr marL="285750" indent="-285750" algn="l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</a:t>
            </a: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 Software</a:t>
            </a:r>
          </a:p>
          <a:p>
            <a:pPr marL="285750" indent="-285750" algn="l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 170341</a:t>
            </a:r>
          </a:p>
          <a:p>
            <a:pPr marL="285750" indent="-285750" algn="l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 - Nemoire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olar globe" descr="Globe centred on the Indian Ocean showing expedition routes from NCPOR Goa to India's Antarctic stations Maitri and Bharati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609344"/>
            <a:ext cx="4206240" cy="420624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400800" y="6144768"/>
            <a:ext cx="39319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800">
                <a:solidFill>
                  <a:srgbClr val="4A5B6B"/>
                </a:solidFill>
                <a:latin typeface="Arial"/>
              </a:rPr>
              <a:t>Station coordinates: NCPOR met-data portal. Globe: Three.js render, Natural Earth land.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Nemoire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Nemoire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Nemoire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Nemoire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Nemoire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